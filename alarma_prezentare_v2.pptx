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E1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4" d="100"/>
          <a:sy n="174" d="100"/>
        </p:scale>
        <p:origin x="13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168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 DE ALARMA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2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MULTI-SENZOR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Detectie in timp real · Alertare instant · Siguranta acasa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88036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880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0824" y="288036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1D4ED8">
              <a:alpha val="4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0824" y="2880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+ FreeRTOS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21608" y="288036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06B6D4">
              <a:alpha val="4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2880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22392" y="288036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2C55E">
              <a:alpha val="4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2392" y="2880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GSM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23176" y="288036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23176" y="2880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566160"/>
            <a:ext cx="164592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11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14400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3566160"/>
            <a:ext cx="164592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611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2834640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Tipuri alarma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164592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611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4754880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Stari LED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3566160"/>
            <a:ext cx="164592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611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6675120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 alertare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 FACE SISTEMUL?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0292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Problema reala
</a:t>
            </a:r>
            <a:r>
              <a:rPr lang="en-US" sz="1300" dirty="0">
                <a:solidFill>
                  <a:srgbClr val="94A3B8"/>
                </a:solidFill>
              </a:rPr>
              <a:t>Incendiile, scurgerile de gaz si cutremurele ucid oameni pentru ca nu sunt detectate la timp. Sistemele comerciale costa sute de euro.
</a:t>
            </a:r>
            <a:r>
              <a:rPr lang="en-US" sz="1400" b="1" dirty="0">
                <a:solidFill>
                  <a:srgbClr val="22C55E"/>
                </a:solidFill>
              </a:rPr>
              <a:t>Solutia noastra
</a:t>
            </a:r>
            <a:r>
              <a:rPr lang="en-US" sz="1300" dirty="0">
                <a:solidFill>
                  <a:srgbClr val="94A3B8"/>
                </a:solidFill>
              </a:rPr>
              <a:t>Un dispozitiv DIY bazat pe ESP32-C6 care monitorizeaza continuu 7 senzori si alerteaza proprietarul in sub 1 secunda prin 3 metode simultan:
</a:t>
            </a:r>
            <a:r>
              <a:rPr lang="en-US" sz="1300" dirty="0">
                <a:solidFill>
                  <a:srgbClr val="FFFFFF"/>
                </a:solidFill>
              </a:rPr>
              <a:t>📱  Notificare pe telefon (WiFi/WebSocket)
📨  SMS pe orice numar (SIM800L GSM)
🔊  Alarma sonora locala (ISD1820)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914400"/>
            <a:ext cx="310896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06440" y="914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Senzor detecteaza pericolul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69480" y="1554480"/>
            <a:ext cx="0" cy="164592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5760720" y="1719072"/>
            <a:ext cx="310896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7190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ESP32 analizeaza in &lt;50ms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69480" y="2359152"/>
            <a:ext cx="0" cy="164592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760720" y="2523744"/>
            <a:ext cx="310896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252374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Telefon vibra + suna instant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69480" y="3163824"/>
            <a:ext cx="0" cy="164592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760720" y="3328416"/>
            <a:ext cx="310896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3328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 SMS trimis automat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9480" y="3968496"/>
            <a:ext cx="0" cy="16459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760720" y="4133088"/>
            <a:ext cx="310896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41330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Sirena locala porneste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— CE CONTINE?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383280" y="1645920"/>
            <a:ext cx="2377440" cy="192024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0" y="1691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ESP32-C6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DevKitM-1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38328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Creierul sistemului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920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91440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Detecteaza GAZ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94560" y="1243584"/>
            <a:ext cx="1188720" cy="448056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74320" y="1719072"/>
            <a:ext cx="1920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71907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MQ-135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Detecteaza FUM/CO2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94560" y="2048256"/>
            <a:ext cx="118872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74320" y="2523744"/>
            <a:ext cx="1920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523744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+ Umiditate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2852928"/>
            <a:ext cx="118872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274320" y="3328416"/>
            <a:ext cx="1920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328416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SW-420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Vibratii seismice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flipV="1">
            <a:off x="2194560" y="3081529"/>
            <a:ext cx="1188720" cy="576071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274320" y="4133088"/>
            <a:ext cx="1920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413308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Accelerometru 3D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flipV="1">
            <a:off x="2194560" y="3547871"/>
            <a:ext cx="1188720" cy="914401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949440" y="914400"/>
            <a:ext cx="1920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91440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ISD1820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Sirena sonora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flipV="1">
            <a:off x="5779008" y="1243584"/>
            <a:ext cx="1170432" cy="448056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949440" y="1719072"/>
            <a:ext cx="1920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67728" y="171907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prin retea GSM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2048256"/>
            <a:ext cx="118872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6949440" y="2523744"/>
            <a:ext cx="1920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2523744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Aplicatie pe telefon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60720" y="2852928"/>
            <a:ext cx="11887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6949440" y="3328416"/>
            <a:ext cx="1920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3328416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WS2812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RGB 12 culori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60720" y="3081529"/>
            <a:ext cx="1188720" cy="576071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6949440" y="4133088"/>
            <a:ext cx="1920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413308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TP4056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Incarcare baterie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60720" y="3547871"/>
            <a:ext cx="1188720" cy="914401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rcuit board with many wires and lights&#10;&#10;AI-generated content may be incorrect.">
            <a:extLst>
              <a:ext uri="{FF2B5EF4-FFF2-40B4-BE49-F238E27FC236}">
                <a16:creationId xmlns:a16="http://schemas.microsoft.com/office/drawing/2014/main" id="{2B7EBD65-679B-10AE-D506-0D277F034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737" y="0"/>
            <a:ext cx="3195263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188237D-F713-DAB6-55B1-0643E87108E4}"/>
              </a:ext>
            </a:extLst>
          </p:cNvPr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</a:t>
            </a:r>
            <a:r>
              <a:rPr lang="ro-RO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ELECTRICĂ</a:t>
            </a: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 SISTEMULUI</a:t>
            </a:r>
            <a:endParaRPr lang="en-US" sz="2200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0CAA08EC-F111-16C0-53F2-1B8BE980EB4F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9" name="Picture 8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C6998B6C-3F5D-8A14-B22A-AC0A11F3F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68" y="902841"/>
            <a:ext cx="5728928" cy="402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289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CUM FUNCTIONEAZA?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2976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Multitasking Real-Time (FreeRTOS)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procese ruleaza SIMULTAN — fiecare senzor are propriul "fir de executie" independent. Nu exista asteptare sau blocare — totul este monitorizat in paralel, ca un creier cu 8 zone active.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2514600"/>
            <a:ext cx="42976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514600"/>
            <a:ext cx="2763520" cy="338328"/>
          </a:xfrm>
          <a:prstGeom prst="rect">
            <a:avLst/>
          </a:prstGeom>
          <a:solidFill>
            <a:srgbClr val="EF4444">
              <a:alpha val="5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alarm_handler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2514600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ce alarma se declanseaza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2514600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16936"/>
            <a:ext cx="42976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916936"/>
            <a:ext cx="2072640" cy="338328"/>
          </a:xfrm>
          <a:prstGeom prst="rect">
            <a:avLst/>
          </a:prstGeom>
          <a:solidFill>
            <a:srgbClr val="22C55E">
              <a:alpha val="5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1693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sim_init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2916936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Initializeaza modemul GSM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2916936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19272"/>
            <a:ext cx="42976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319272"/>
            <a:ext cx="1727200" cy="338328"/>
          </a:xfrm>
          <a:prstGeom prst="rect">
            <a:avLst/>
          </a:prstGeom>
          <a:solidFill>
            <a:srgbClr val="A78BFA">
              <a:alpha val="5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1927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sw420 + mpu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331927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Monitorizeaza vibratiile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3319272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21608"/>
            <a:ext cx="42976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21608"/>
            <a:ext cx="1381760" cy="338328"/>
          </a:xfrm>
          <a:prstGeom prst="rect">
            <a:avLst/>
          </a:prstGeom>
          <a:solidFill>
            <a:srgbClr val="F97316">
              <a:alpha val="5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2160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mq5 + mq135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72160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Monitorizeaza gazele si fumul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3721608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123944"/>
            <a:ext cx="42976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123944"/>
            <a:ext cx="1036320" cy="338328"/>
          </a:xfrm>
          <a:prstGeom prst="rect">
            <a:avLst/>
          </a:prstGeom>
          <a:solidFill>
            <a:srgbClr val="06B6D4">
              <a:alpha val="5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12394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dht22_task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412394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Citeste temperatura si umid.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97680" y="4123944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526280"/>
            <a:ext cx="42976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526280"/>
            <a:ext cx="345440" cy="338328"/>
          </a:xfrm>
          <a:prstGeom prst="rect">
            <a:avLst/>
          </a:prstGeom>
          <a:solidFill>
            <a:srgbClr val="475569">
              <a:alpha val="55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262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led_task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0" y="4526280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Animeaza LED-ul RGB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97680" y="4526280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960120"/>
            <a:ext cx="384048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Aplicatia pe telefon — fara instalare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120640" y="1581912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62356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creeaza retea WiFi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2356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Reteaua se numeste 'AlarmaSenzori'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20640" y="228600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623560" y="2212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Telefonul se conecteaza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23560" y="25328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la orice WiFi, din Setari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120640" y="2990088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623560" y="29169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Deschizi Chrome → 192.168.4.1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23560" y="32369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se incarca direct din ESP32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120640" y="3694176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3694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623560" y="36210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activ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623560" y="39410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in sub 100ms, fara intarziere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120640" y="4398264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0" y="4398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623560" y="4325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 pe telefon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623560" y="4645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Vibratie 5-10s + sunet + notificare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LOGICA INTELIGENTA A ALARMELOR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120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Tipuri de alarma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4937760" cy="521208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9888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664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MQ-5 detecteaza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0" y="1389888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Puls rapid 440↔880 Hz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4937760" cy="521208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65960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1993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2402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MQ-135 detecteaza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0" y="196596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Bip lung 1000 Hz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4937760" cy="521208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42032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569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816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 + Temp &gt;50°C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2542032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Ton ascendent 600→2000 Hz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18104"/>
            <a:ext cx="4937760" cy="521208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18104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📳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1455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3924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SW-420 vibreaza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86000" y="3118104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Puls grav 80-120 Hz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94176"/>
            <a:ext cx="4937760" cy="521208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94176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3721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CUTREMUR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968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SW-420 + MPU6050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86000" y="3694176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Ton profund 60+180 Hz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270248"/>
            <a:ext cx="4937760" cy="521208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70248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0120" y="4297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45445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pericole simultan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286000" y="4270248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Sirena 500↔1500 Hz sweep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60720" y="914400"/>
            <a:ext cx="310896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960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alarma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52160" y="1417320"/>
            <a:ext cx="29260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 noua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943600" y="1737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Porneste timer 5 secunde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vibreaza + suna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52160" y="2267712"/>
            <a:ext cx="29260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alarma vine in timp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943600" y="25877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 imediat!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reset la 10 secunde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52160" y="3118104"/>
            <a:ext cx="29260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Aceeasi alarma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943600" y="34381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prelungit la 10s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ultima detectie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52160" y="3968496"/>
            <a:ext cx="29260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0" y="4014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expirat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943600" y="42885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trimite STOP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se opreste automat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LED RGB + APLICATIA TELEFON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9768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🌈  LED WS2812 — 12 stari vizuale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72184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Pornire sistem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02082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Senzori MQ se incalzesc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569464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14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activ, astept telefon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118104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632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conectat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666744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118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+ WiFi active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215384"/>
            <a:ext cx="329184" cy="329184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605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 GAZ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06040" y="1472184"/>
            <a:ext cx="329184" cy="3291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4173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 FUM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06040" y="2020824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19659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 FOC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06040" y="2569464"/>
            <a:ext cx="329184" cy="32918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2514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 SEISMICA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06040" y="3118104"/>
            <a:ext cx="329184" cy="329184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30632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 CUTREMUR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06040" y="3666744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36118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 MULTIPLA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06040" y="4215384"/>
            <a:ext cx="329184" cy="3291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41605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activ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914400"/>
            <a:ext cx="393192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Aplicatia web — ce vede utilizatorul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1417320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🌡️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143560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si umiditate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16916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 la DHT22, actualizat la 5s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1993392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86400" y="201168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vizuala + sonora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0" y="22677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sunete distincte per tip alarma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2569464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📳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86400" y="258775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Vibratii 5-10 secunde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0" y="28437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diferit per tip de pericol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0" y="3145536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86400" y="316382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Istoric alarme cu ora exacta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0" y="34198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Ultimele 30 alerte salvate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3721608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486400" y="37398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serial live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0" y="3995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colorat direct in browser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0" y="4297680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486400" y="431596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Notificari sistem Android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86400" y="45720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 pe ecran chiar blocata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SOLUTII TEHNICE INTERESANTE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78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— Citire fara erori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15125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portDISABLE_INTERRUPTS();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citire bit-bang precisa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for(i=0;i&lt;40;i++){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while(gpio==0);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pulse=esp_timer_get();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while(gpio==1);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if(pulse&gt;40us) bit=1;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portENABLE_INTERRUPTS();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2496312"/>
            <a:ext cx="3931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FreeRTOS poate intrerupe citirea la microsecunde critice. Blocam intreruperile doar pe durata citirii.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3017520"/>
            <a:ext cx="411480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— WS inainte de ISD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41071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Trimite instant pe telefon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ws_send_all(json_alarma);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Porneste sirena in background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(nu blocheaza WebSocket-ul!)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isd_trigger_async(6000);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44622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ISD1820 dureaza 6-9s. Daca il apeleam sincron, telefonul primea alerta cu 6s intarziere.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1480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78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— PING/PONG corect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0759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if(pkt.type==PING){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pkt.type=PONG;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httpd_ws_send_frame(req,&amp;pkt);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ESP_OK;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if(pkt.type==CLOSE){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sterge_client_din_lista();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2443247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Chrome trimite PING-uri la fiecare 5s. Fara raspuns PONG, conexiunea se inchide si apar spam de erori 128.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411480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— Auto-baud detectie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41071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bauds[]={9600,115200,57600};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for(b=0;b&lt;3;b++){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uart_set_baudrate(bauds[b]);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uart_write('AT\r\n');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if(raspuns contine 'OK')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 // gasit!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44622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Modulele SIM800L pot veni setate pe diverse viteze. Testam automat pana gasim cel corect.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 AM FACUT EU?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Contributii personale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148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548640" cy="109728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Proiectare electronica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ales </a:t>
            </a:r>
            <a:r>
              <a:rPr lang="en-US" sz="10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componentele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am alocat pinii fara conflicte de boot si am construit schema de alimentare separata pentru SIM800L.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496312"/>
            <a:ext cx="41148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496312"/>
            <a:ext cx="548640" cy="1097280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96312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2587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Programare C pe ESP-IDF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9077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scris codul de la zero in C: 8 task-uri FreeRTOS, drivere pentru fiecare senzor, gestionare intreruperi si timer-e de precizie.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758184"/>
            <a:ext cx="41148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758184"/>
            <a:ext cx="548640" cy="1097280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758184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38496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AP + Server Web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1696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configurat ESP32 ca Access Point, am embedded-at pagina HTML direct in firmware si am implementat WebSocket bidirectional.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234440"/>
            <a:ext cx="41148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234440"/>
            <a:ext cx="548640" cy="1097280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2344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1325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alarme cu timer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645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proiectat masina de stari: alarma simpla (5s), escaladare automata la multipla (10s), cu detectie de pericole noi in timp real.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496312"/>
            <a:ext cx="41148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496312"/>
            <a:ext cx="548640" cy="1097280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496312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49240" y="2587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Aplicatie web pe telefon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9077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creat interfata HTML5 cu sunete distincte (Web Audio API), vibratii pattern, monitor serial live si afisare temperatura/umiditate.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758184"/>
            <a:ext cx="41148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758184"/>
            <a:ext cx="548640" cy="109728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758184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49240" y="38496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si rezolvare probleme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41696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identificat si rezolvat: erori DHT22, blocari WebSocket, deconectari SIM800L, intarzieri alarma. Fiecare problema documentata.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ABILITATI FOLOSITE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114800" cy="1901952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6012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Hardware &amp; Electronica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4048" y="14173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Proiectare schema electrica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69164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Lipire si asamblare componente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96596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Alimentare circuite (TP4056, regulatoare)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24028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Translator nivel logic 5V↔3.3V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51460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Depanare cu multimetrul si osciloscopul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4114800" cy="1901952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o-RO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384048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01752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Programare C / ESP-IDF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" y="34747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Limbajul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74904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 ESP-IDF v5.5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402336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FreeRTOS — task-uri, mutex, event groups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429768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Protocoale GPIO, UART, I2C, bit-bang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457200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Gestionare intreruperi, WDT, timere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960120"/>
            <a:ext cx="4114800" cy="1901952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960120"/>
            <a:ext cx="4114800" cy="384048"/>
          </a:xfrm>
          <a:prstGeom prst="rect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96012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Comunicatii wireless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18888" y="14173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WiFi AP — ESP ca Access Point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169164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WebSocket server embedded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8888" y="196596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BLE NimBLE (GATT peripheral)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18888" y="224028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GSM/GPRS via comenzi AT (SIM800L)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251460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 server cu pagina HTML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017520"/>
            <a:ext cx="4114800" cy="1901952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3017520"/>
            <a:ext cx="4114800" cy="384048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01752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&amp; Interfata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18888" y="34747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 + CSS + JavaScript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18888" y="374904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Audio API (generare sunete)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18888" y="402336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Vibration API Android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18888" y="429768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Notifications API browser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18888" y="457200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responsive pentru mobil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B14"/>
          </a:solidFill>
          <a:ln w="12700">
            <a:solidFill>
              <a:srgbClr val="06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 AM REALIZAT?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5156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43000" y="1188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complet functional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5270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senzori monitorizati in timp real, simultan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13432"/>
            <a:ext cx="41148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13432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43000" y="24505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in sub 1 secunda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7889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trimis INAINTE de sirena — prioritate telefon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75304"/>
            <a:ext cx="41148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75304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43000" y="37124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Comunicare duala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40507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(aplicatie web) + GSM (SMS) — doua cai independente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051560"/>
            <a:ext cx="41148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05156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23560" y="1188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inteligenta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23560" y="15270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Detectie multipla → escaladare automata + timer adaptat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313432"/>
            <a:ext cx="41148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313432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623560" y="24505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Interfata moderna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27889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Temp/umid live, monitor serial, sunete distincte, vibratii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575304"/>
            <a:ext cx="41148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575304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623560" y="37124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reale rezolvate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40507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bit-bang, WebSocket spam, ISD blocant — toate fixate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1291</Words>
  <Application>Microsoft Office PowerPoint</Application>
  <PresentationFormat>On-screen Show (16:9)</PresentationFormat>
  <Paragraphs>270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r3tr0 9821</cp:lastModifiedBy>
  <cp:revision>5</cp:revision>
  <dcterms:created xsi:type="dcterms:W3CDTF">2026-05-16T15:07:39Z</dcterms:created>
  <dcterms:modified xsi:type="dcterms:W3CDTF">2026-05-20T16:29:14Z</dcterms:modified>
</cp:coreProperties>
</file>